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65B3D-BA4B-4334-99CD-51BC0F22D3D9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A982C-2366-4E38-84D2-647037241D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9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A982C-2366-4E38-84D2-647037241DF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4716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CE87E2-112F-146A-28F0-23A7CD2BD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EDC673-8BD0-A292-86C3-D1443C70F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DBA5FD-E5F3-832B-FEE6-36659AB6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21F9FA-77D4-9C5B-FB41-00C72EF8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CF46B7-90DD-9E6A-E6AC-A1B8AA42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50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62F256-F12F-2642-8B6D-C03D624D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68C69C-72A8-EA37-7C37-1F68CA82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15F50A-4C79-3C1C-7910-2CE41455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DAB97-A48B-FF09-A4A7-330E4AD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BAB80D-269D-7F4E-A1C8-17BBEA5A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37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E76A7C-10F1-7BD0-4F8F-6E5D6923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C8B74D-AEEB-0881-C19A-2E81830CD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AF8797-BC96-698E-6EE3-EDB22202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18AF07-34F9-80A9-3FBF-013DEF99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E946EE-A74D-6DE9-1FEA-C21FB9E8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383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40404-D26C-6961-8C50-A016AC5D7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A320B7-D02C-E20A-6F52-C556DF121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2CE4F20-C3AD-88E8-75A8-0AF1ECF4F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BC0499-A76B-2DBF-EEB3-ADFC6205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ACD9B5-1191-529D-F163-26CD0CE2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F02D3C-1CD1-39D5-9289-CE18AB43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8600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AAA9C-E996-9ECC-A6FF-DD700C2F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7E84B8-C313-A31F-330F-901B8544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0F3CB74-4C49-FE97-D655-1D0863D44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84D421B-6645-399D-8B78-57D0CBD83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38C4321-B426-6DE0-513C-813490317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6C858F-AE72-0A6E-D67F-C22524B7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F1A180A-608B-7853-DA9F-CE6AF1EC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7DB776-FD5C-DB2C-775F-DA0265A7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204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CD71A-33F6-7F89-A17F-06139138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4B6EB8-C59A-506D-F591-CCC3C46D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EAB3BF-9EDF-530F-3525-DB42DF1F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6E7E2-73D9-CD3E-31E8-FF4894D1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90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8B7740D-A53F-722A-ACE1-2F27D340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56C52A-48D7-F352-B22E-5DD5A5A7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FA1959-F813-A184-9CD9-DB1BF034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00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39822-916F-03B5-70F0-8E76E008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BA41E7-6A32-B58B-FD08-84BA63F0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AB4D6C-91D4-EF21-316E-72F6C6B44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F0C1FB-0C42-706A-C4CD-C6DE4495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11C7CD-7CDC-366C-7ADE-5E3F2089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5334C1-0B56-259D-C3D8-EFA76FD9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51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5650C2-403F-FBEA-21F8-C1C4BB48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A70C6A-56D4-31DF-B0D7-3BDCFD0EC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DCB0C9-F5E2-2ABB-C64C-3C92FA1F5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B6EB27-A314-14EB-8425-83A4CF08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57AFC4-7573-39C2-8EF9-BAC13159E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D2B57C-2D76-CA73-1777-8129060A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88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7C411-BB03-557C-4AE5-AA8170870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6AA29E-F91A-8880-87D0-8F5FCCE47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6B5FF-DC72-6C8E-498E-863BA8A4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B2DBC-3559-7F5E-CEEB-AE0C86F9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4D2258-5613-8840-B699-563FCBB3E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58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8648FA1-E6D1-ADDA-333E-F32E84D77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6407CAC-B4B6-70A6-1758-A0DBE0CD7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E34AF1-6ACE-5B02-B718-B58788C5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5F41C4-D43E-AF8B-377C-8C5357F1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49B69A-202E-E57C-EB17-39B3CF86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699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01A2B80-1F14-6F0D-71B7-36F290A6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00C9F8-ED53-6393-0602-34D888E10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EDC50B-8976-F57C-D4C7-C79BF1115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03FA6-29BF-4931-B041-5DEAEB2D078C}" type="datetimeFigureOut">
              <a:rPr lang="de-DE" smtClean="0"/>
              <a:t>03.05.2026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649BF-59A4-4D44-411A-931112770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EAA99E-4E05-A524-F35B-59364881A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DFEE6-028D-4579-AFCE-31E3323A44E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072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71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395CE7-2264-7CCD-B448-CF8B5161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Feature-Übersicht: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0A80BB-21F0-B96D-4B40-39187C756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78352" cy="4351338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Die Kernfunktionen:</a:t>
            </a: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Homepage</a:t>
            </a: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1900" dirty="0">
                <a:latin typeface="Arial" panose="020B0604020202020204" pitchFamily="34" charset="0"/>
                <a:cs typeface="Arial" panose="020B0604020202020204" pitchFamily="34" charset="0"/>
              </a:rPr>
              <a:t>Standortauswahl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Checklist bzw. Erste Schritte</a:t>
            </a: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Universitäten</a:t>
            </a: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Events</a:t>
            </a: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Marketplace</a:t>
            </a:r>
          </a:p>
          <a:p>
            <a:pPr>
              <a:spcAft>
                <a:spcPts val="800"/>
              </a:spcAft>
              <a:defRPr sz="1900">
                <a:solidFill>
                  <a:srgbClr val="344054"/>
                </a:solidFill>
                <a:latin typeface="Aptos"/>
              </a:defRPr>
            </a:pPr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Responsives Design</a:t>
            </a:r>
          </a:p>
          <a:p>
            <a:endParaRPr lang="de-DE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4E96238-B801-7734-559C-38CCD401E6AC}"/>
              </a:ext>
            </a:extLst>
          </p:cNvPr>
          <p:cNvSpPr txBox="1"/>
          <p:nvPr/>
        </p:nvSpPr>
        <p:spPr>
          <a:xfrm>
            <a:off x="5750054" y="1825625"/>
            <a:ext cx="405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Erweiterungen:</a:t>
            </a:r>
            <a:endParaRPr lang="de-DE" sz="2800" b="1" dirty="0"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FA9CD98-4B87-077B-6B48-4C27C904B1A9}"/>
              </a:ext>
            </a:extLst>
          </p:cNvPr>
          <p:cNvSpPr txBox="1"/>
          <p:nvPr/>
        </p:nvSpPr>
        <p:spPr>
          <a:xfrm>
            <a:off x="6096000" y="2483782"/>
            <a:ext cx="4864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Events ansehen und neue Events erstellen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An Events teilnehmen 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Neue Anzeigen im Marketplace erstellen 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Einfache Registrierung für Event- und Marketplace-Funktionen </a:t>
            </a:r>
          </a:p>
        </p:txBody>
      </p:sp>
    </p:spTree>
    <p:extLst>
      <p:ext uri="{BB962C8B-B14F-4D97-AF65-F5344CB8AC3E}">
        <p14:creationId xmlns:p14="http://schemas.microsoft.com/office/powerpoint/2010/main" val="406126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865C57-01A9-FD9A-BF13-2EB8B194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Release Plan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D0457F1B-C5BA-C0E7-7F5D-120CAA477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653433"/>
              </p:ext>
            </p:extLst>
          </p:nvPr>
        </p:nvGraphicFramePr>
        <p:xfrm>
          <a:off x="838200" y="1624457"/>
          <a:ext cx="10515597" cy="3645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4530101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112399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46006338"/>
                    </a:ext>
                  </a:extLst>
                </a:gridCol>
              </a:tblGrid>
              <a:tr h="405512">
                <a:tc>
                  <a:txBody>
                    <a:bodyPr/>
                    <a:lstStyle/>
                    <a:p>
                      <a:r>
                        <a:rPr lang="de-DE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Umsetzung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15444"/>
                  </a:ext>
                </a:extLst>
              </a:tr>
              <a:tr h="405512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de-DE" dirty="0"/>
                        <a:t>Planung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Idee und Struktur festlegen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Zielgruppe, Features, </a:t>
                      </a:r>
                      <a:r>
                        <a:rPr lang="de-DE" dirty="0" err="1"/>
                        <a:t>Canva</a:t>
                      </a:r>
                      <a:r>
                        <a:rPr lang="de-DE" dirty="0"/>
                        <a:t>-Mockups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874127"/>
                  </a:ext>
                </a:extLst>
              </a:tr>
              <a:tr h="405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dirty="0"/>
                        <a:t>2.  Frontend-Grundstruktur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Hauptseiten bauen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Homepage, Standortauswahl, Navigation, Erste Schritte, Universität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601407"/>
                  </a:ext>
                </a:extLst>
              </a:tr>
              <a:tr h="405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dirty="0"/>
                        <a:t>3. Interaktive Funktionen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Nutzeraktionen ermöglichen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Events anzeigen/erstellen, Marketplace anzeigen/erstellen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64596"/>
                  </a:ext>
                </a:extLst>
              </a:tr>
              <a:tr h="405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dirty="0"/>
                        <a:t>4. Backend &amp; Datenbank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Daten speichern und laden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Laravel, SQLite, REST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793383"/>
                  </a:ext>
                </a:extLst>
              </a:tr>
              <a:tr h="405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de-DE" dirty="0"/>
                        <a:t>5. Finalisierung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Projekt fertigstellen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Responsive Design, Fehlerkorrektur, finale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356913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E79C99A0-1083-047B-6B42-5B63031E84B2}"/>
              </a:ext>
            </a:extLst>
          </p:cNvPr>
          <p:cNvSpPr txBox="1"/>
          <p:nvPr/>
        </p:nvSpPr>
        <p:spPr>
          <a:xfrm>
            <a:off x="486046" y="5641377"/>
            <a:ext cx="11108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Zuerst bauen wir die Grundstruktur, danach die interaktiven Funktionen und am Ende Backend, Datenbank und finale Demo.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40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117FC3-F1B7-84F6-5603-B647EBCF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Technische Planung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9EB871-F67C-99C2-86DB-0B1D6A59D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76" y="1325563"/>
            <a:ext cx="2846832" cy="1691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i="1" dirty="0">
                <a:cs typeface="Arial" panose="020B0604020202020204" pitchFamily="34" charset="0"/>
              </a:rPr>
              <a:t>Frontend: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Vue.js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HTML, CSS, JavaScript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Responsive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Webdesign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089619-8C18-F025-A2BE-86420B8EBC28}"/>
              </a:ext>
            </a:extLst>
          </p:cNvPr>
          <p:cNvSpPr txBox="1"/>
          <p:nvPr/>
        </p:nvSpPr>
        <p:spPr>
          <a:xfrm>
            <a:off x="4443984" y="1325563"/>
            <a:ext cx="273405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i="1" dirty="0">
                <a:cs typeface="Arial" panose="020B0604020202020204" pitchFamily="34" charset="0"/>
              </a:rPr>
              <a:t>Backend: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PHP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Laravel Framework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REST API </a:t>
            </a:r>
          </a:p>
          <a:p>
            <a:endParaRPr lang="de-DE" sz="28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5A716D6-B0F4-E564-992C-3CC349DBAD25}"/>
              </a:ext>
            </a:extLst>
          </p:cNvPr>
          <p:cNvSpPr txBox="1"/>
          <p:nvPr/>
        </p:nvSpPr>
        <p:spPr>
          <a:xfrm>
            <a:off x="8235696" y="1325563"/>
            <a:ext cx="273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Datenbank</a:t>
            </a:r>
            <a:r>
              <a:rPr lang="de-DE" sz="2800" b="1" i="1" dirty="0"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PostgreSQL</a:t>
            </a:r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4F14B47-FF33-3F30-EF1E-FCA44D2E95F7}"/>
              </a:ext>
            </a:extLst>
          </p:cNvPr>
          <p:cNvSpPr txBox="1"/>
          <p:nvPr/>
        </p:nvSpPr>
        <p:spPr>
          <a:xfrm>
            <a:off x="838200" y="3203000"/>
            <a:ext cx="5151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Kommunikation</a:t>
            </a:r>
            <a:r>
              <a:rPr lang="de-DE" sz="2800" b="1" i="1" dirty="0"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Client-Server-Kommunikation über REST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7BCDDA3-42EB-E82B-7543-53AEA0C6ED0A}"/>
              </a:ext>
            </a:extLst>
          </p:cNvPr>
          <p:cNvSpPr txBox="1"/>
          <p:nvPr/>
        </p:nvSpPr>
        <p:spPr>
          <a:xfrm>
            <a:off x="1801368" y="4992624"/>
            <a:ext cx="791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i="1" dirty="0"/>
              <a:t>Vue.js Frontend  →  REST API  →  Laravel Backend  → </a:t>
            </a:r>
            <a:r>
              <a:rPr lang="de-DE" b="1" dirty="0"/>
              <a:t>PostgreSQL</a:t>
            </a:r>
            <a:endParaRPr lang="de-DE" b="1" i="1" dirty="0"/>
          </a:p>
        </p:txBody>
      </p:sp>
    </p:spTree>
    <p:extLst>
      <p:ext uri="{BB962C8B-B14F-4D97-AF65-F5344CB8AC3E}">
        <p14:creationId xmlns:p14="http://schemas.microsoft.com/office/powerpoint/2010/main" val="2233142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Breitbild</PresentationFormat>
  <Paragraphs>52</Paragraphs>
  <Slides>4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Feature-Übersicht: </vt:lpstr>
      <vt:lpstr>Release Plan</vt:lpstr>
      <vt:lpstr>Technische Planung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nastaran rezaei</dc:creator>
  <cp:lastModifiedBy>nastaran rezaei</cp:lastModifiedBy>
  <cp:revision>2</cp:revision>
  <dcterms:created xsi:type="dcterms:W3CDTF">2026-05-02T23:53:25Z</dcterms:created>
  <dcterms:modified xsi:type="dcterms:W3CDTF">2026-05-02T23:59:04Z</dcterms:modified>
</cp:coreProperties>
</file>